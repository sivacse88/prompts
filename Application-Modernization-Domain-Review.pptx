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frame: I took this over four weeks ago. Here is exactly what I found, what I changed, what it cost us, and what you will see on Sep 30. No surprises at the end of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factual, not blaming. The point is that the delivery risk was structural, not effort-related. Nobody was under-working; the project had no defined finish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Say it plainly: in two weeks the team had the right shape, a quality owner, a product partner, and dated milestones. Then pause - because the next slide says it still was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soften this. Leaders trust the person who reports the miss before they have to ask. Say the number of weeks left out loud, then move straight into the decision - do not linger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a trade, not a retreat: we trade breadth for a finished, releasable vertical slice. The backend work is not reduced - the front-end surface is. That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obvious leadership question - what happened to the rest of it. Nothing is dropped; it is sequenced behind a proven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converts a descope into a strategy. Land the phrase: we are buying a strong base, not buying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end a status story without an ask. Three specific ones, all cheap for them to grant, all things that genuinely protect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ownership, not on hope. Last line delivered slowly. Then stop talking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840480" cy="38404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5120640"/>
            <a:ext cx="2377440" cy="237744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REVIEW  •  SEPTEMBER 8,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Modernization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undefined scope to a shippable slice — and what lands on Sep 30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46304" cy="14630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Software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picked up on Aug 10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started in January. I joined seven months in, with a Sep 30 production date already set.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384048" cy="384048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scope on paper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328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had a verbal ask — modernize two pages — and no written definition of done.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03120"/>
            <a:ext cx="384048" cy="384048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Modify, not modernize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5328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flight was editing the legacy pages rather than migrating them cleanly.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114800"/>
            <a:ext cx="384048" cy="384048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96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mix off-balance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4456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entirely front-end developers on a project that needed backend depth.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14800"/>
            <a:ext cx="384048" cy="384048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096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gap on APIs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54456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who built the supporting APIs had left the team.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1–2: put a floor under the project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moves, before writing a single line of plan for leadership.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56232"/>
            <a:ext cx="420624" cy="42062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 the team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81051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every developer's real strength against what the project actually needed.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587752"/>
            <a:ext cx="10789920" cy="0"/>
          </a:xfrm>
          <a:prstGeom prst="line">
            <a:avLst/>
          </a:prstGeom>
          <a:noFill/>
          <a:ln w="12700">
            <a:solidFill>
              <a:srgbClr val="E6EA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88920"/>
            <a:ext cx="420624" cy="42062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15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Rebalanced the skill mix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several front-end developers onto backend work to close the API gap.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10789920" cy="0"/>
          </a:xfrm>
          <a:prstGeom prst="line">
            <a:avLst/>
          </a:prstGeom>
          <a:noFill/>
          <a:ln w="12700">
            <a:solidFill>
              <a:srgbClr val="E6EA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21608"/>
            <a:ext cx="420624" cy="42062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648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Pulled Product in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6758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now answers open functional questions directly, instead of the team guessing.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5800" y="4453128"/>
            <a:ext cx="10789920" cy="0"/>
          </a:xfrm>
          <a:prstGeom prst="line">
            <a:avLst/>
          </a:prstGeom>
          <a:noFill/>
          <a:ln w="12700">
            <a:solidFill>
              <a:srgbClr val="E6EA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654296"/>
            <a:ext cx="420624" cy="42062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581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Brought in an SDET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60857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quality checklist and the test plan — quality defined up front, not at the end.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85800" y="5385816"/>
            <a:ext cx="10789920" cy="0"/>
          </a:xfrm>
          <a:prstGeom prst="line">
            <a:avLst/>
          </a:prstGeom>
          <a:noFill/>
          <a:ln w="12700">
            <a:solidFill>
              <a:srgbClr val="E6EA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586984"/>
            <a:ext cx="420624" cy="42062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586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513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milestones to Sep 30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5412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the goal into assigned, dated milestones so progress became measurable.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4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3–4: the honest read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was right. The pace still was not.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146304" cy="14630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missed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could not hit the dates we set together.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7408" y="1965960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7448" y="2286000"/>
            <a:ext cx="146304" cy="14630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7448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Half-cooked code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3246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 across several flows, none of it finished to a releasable state.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74736" y="1965960"/>
            <a:ext cx="3493008" cy="2286000"/>
          </a:xfrm>
          <a:prstGeom prst="roundRect">
            <a:avLst>
              <a:gd name="adj" fmla="val 3200"/>
            </a:avLst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94776" y="2286000"/>
            <a:ext cx="146304" cy="146304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94776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94776" y="3246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gaps across several contribution types, still unanswered.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09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D6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 in, I had a choice: hold the original scope and hope, or cut to something we can actually finish.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call: one flow, finished end to end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cut scope to what the team can complete and release with confidence.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SCOPE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4343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pages modernized in full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contribution type in scope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written definition of done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process untested by the team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70448" y="3246120"/>
            <a:ext cx="640080" cy="457200"/>
          </a:xfrm>
          <a:prstGeom prst="rightArrow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8288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18288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EAF2EC"/>
          </a:solidFill>
          <a:ln w="19050">
            <a:solidFill>
              <a:srgbClr val="7FA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4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SEP 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0604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supporting backend APIs delivered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end: Check contribution only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checklist and test plan owned by SDET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discussion documented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rest lands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contribution is the template. Every type after it gets cheaper.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93008" cy="2606040"/>
          </a:xfrm>
          <a:prstGeom prst="roundRect">
            <a:avLst>
              <a:gd name="adj" fmla="val 2807"/>
            </a:avLst>
          </a:prstGeom>
          <a:solidFill>
            <a:srgbClr val="13402C"/>
          </a:solidFill>
          <a:ln w="12700">
            <a:solidFill>
              <a:srgbClr val="1340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backend API set + Check contribution front to back, through the real release process.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7408" y="1920240"/>
            <a:ext cx="3493008" cy="2606040"/>
          </a:xfrm>
          <a:prstGeom prst="roundRect">
            <a:avLst>
              <a:gd name="adj" fmla="val 2807"/>
            </a:avLst>
          </a:prstGeom>
          <a:solidFill>
            <a:srgbClr val="F4F6F3"/>
          </a:solidFill>
          <a:ln w="12700">
            <a:solidFill>
              <a:srgbClr val="E2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27448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27448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31089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contribution types added onto a proven pattern and a tested pipeline.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74736" y="1920240"/>
            <a:ext cx="3493008" cy="2606040"/>
          </a:xfrm>
          <a:prstGeom prst="roundRect">
            <a:avLst>
              <a:gd name="adj" fmla="val 2807"/>
            </a:avLst>
          </a:prstGeom>
          <a:solidFill>
            <a:srgbClr val="F4F6F3"/>
          </a:solidFill>
          <a:ln w="12700">
            <a:solidFill>
              <a:srgbClr val="E2E7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94776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+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94776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out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94776" y="31089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contribution types and pages absorbed at an increasing rate.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 30 is not the whole product — it is the first real proof that this team can ship it.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narrow first release is the right call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gains that a wider, unfinished scope would not have given us.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67128"/>
            <a:ext cx="164592" cy="164592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muscle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runs the full release management process once, on a small surface, before it matters at scale.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167128"/>
            <a:ext cx="164592" cy="164592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pattern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contribution becomes the reference implementation for every contribution type behind 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178808"/>
            <a:ext cx="164592" cy="164592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risk retired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26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supporting APIs ship now, so front-end work later is assembly, not discovery.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4178808"/>
            <a:ext cx="164592" cy="164592"/>
          </a:xfrm>
          <a:prstGeom prst="ellipse">
            <a:avLst/>
          </a:prstGeom>
          <a:solidFill>
            <a:srgbClr val="D69A3C"/>
          </a:solidFill>
          <a:ln w="12700">
            <a:solidFill>
              <a:srgbClr val="D69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written record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526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Discussions, decisions and evidence documented — the scope gap that started this no longer exists.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confidence sits — and what I need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read, four weeks out from the date.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4F6F3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closely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velocity is still unproven against a real release date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functional questions can still reopen scope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 through the release process always costs more than planned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7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178308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EAF2EC"/>
          </a:solidFill>
          <a:ln w="19050">
            <a:solidFill>
              <a:srgbClr val="7FA9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4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I'm asking for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25603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reduced Sep 30 scope as the committed scope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Product available for fast answers through September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release window — no new asks before Oct 1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4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-914400"/>
            <a:ext cx="2926080" cy="29260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331720"/>
            <a:ext cx="9235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still building. But the team now has everything it needs to deliver something meaningful on Sep 30.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4343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scope. The right skills. A quality owner. A product partner. A written record. And one flow we will finish.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2026-09-07T22:00:50Z</dcterms:created>
  <dcterms:modified xsi:type="dcterms:W3CDTF">2026-09-07T22:00:50Z</dcterms:modified>
</cp:coreProperties>
</file>